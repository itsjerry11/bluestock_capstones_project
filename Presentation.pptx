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Capstone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pipeline, risk analytics, and Power BI dashboard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40 mutual fund schemes and ~33,000 investor transactions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Bhole   | 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Fintech's mutual fund data — transactions, NAV history, fund performance, and portfolio holdings — lives in disconnected raw sources. There is no unified view of fund risk, investor behavior, or portfolio concentration to support product and advisory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9904" y="1371600"/>
            <a:ext cx="5458968" cy="4846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364224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64224" y="212140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364224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2057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consolidate fund, NAV, transaction, and portfolio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64224" y="289864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2898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for accuracy and completeness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64224" y="367588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611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fund performance and quantify risk (VaR, Sharpe, HHI)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4224" y="445312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4453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investor behavior — cohorts, SIP continuity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64224" y="523036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5230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5166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dashboard and fund recommender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star-schema data model built from five raw sources into one SQLite database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dim_date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1,608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Calendar attributes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dim_fund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Fund master &amp; risk 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fact_nav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64,320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Daily NAV per fund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fact_transactions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32,778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Investor SIP/Lumpsum/Redemption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fact_performance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Returns, Sharpe, Sortino, Alpha, Beta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fact_portfolio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322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Stock holdings &amp; sector weights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fact_aum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Fund-house AUM over 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fact_sip_industry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48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Industry-wide SIP inflow stats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ETL + analytics flow orchestrated end-to-end by run_pipeline.py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fund, NAV,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 portfolio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2898648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0088" y="33375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amounts, KYC,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dates; drop duplicates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64608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57216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48656" y="33375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SQLite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(bluestock_mf.db)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23176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15784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415784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07224" y="33375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risk metrics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(VaR, Sharpe, HHI)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81744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74352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674352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65792" y="33375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+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an independent, single-responsibility script — data ingestion, per-domain cleaning, database load, and metrics computation — reproducible with one command.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Risk &amp; Return</a:t>
            </a:r>
            <a:endParaRPr lang="en-US" sz="2800" dirty="0"/>
          </a:p>
        </p:txBody>
      </p:sp>
      <p:pic>
        <p:nvPicPr>
          <p:cNvPr id="3" name="Image 0" descr="../charts/eda_return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120640" cy="3044952"/>
          </a:xfrm>
          <a:prstGeom prst="rect">
            <a:avLst/>
          </a:prstGeom>
        </p:spPr>
      </p:pic>
      <p:pic>
        <p:nvPicPr>
          <p:cNvPr id="4" name="Image 1" descr="../charts/eda_risk_re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577840" cy="344728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892040"/>
            <a:ext cx="108813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average ~15.5% returns across 1/3/5-year horizons — more than double Debt funds (~6-7%). Risk and return are clearly positively correlated: higher-volatility funds deliver higher 3-year returns, especially within Equity.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Flows &amp; Performance</a:t>
            </a:r>
            <a:endParaRPr lang="en-US" sz="2800" dirty="0"/>
          </a:p>
        </p:txBody>
      </p:sp>
      <p:pic>
        <p:nvPicPr>
          <p:cNvPr id="3" name="Image 0" descr="../charts/eda_sip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752344"/>
          </a:xfrm>
          <a:prstGeom prst="rect">
            <a:avLst/>
          </a:prstGeom>
        </p:spPr>
      </p:pic>
      <p:pic>
        <p:nvPicPr>
          <p:cNvPr id="4" name="Image 1" descr="../charts/eda_top_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120640" cy="30449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inflow grew from ~₹11,500 Cr to ~₹31,000 Cr. All 5 top-performing funds by 3-year return are Small Cap equity funds; the bottom 5 are Debt, Gilt &amp; Liquid — a clean illustration of the risk-return tradeoff at the fund level.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Metrics — VaR &amp; Rolling Sharpe</a:t>
            </a:r>
            <a:endParaRPr lang="en-US" sz="2800" dirty="0"/>
          </a:p>
        </p:txBody>
      </p:sp>
      <p:pic>
        <p:nvPicPr>
          <p:cNvPr id="3" name="Image 0" descr="../charts/day6_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486400" cy="2880360"/>
          </a:xfrm>
          <a:prstGeom prst="rect">
            <a:avLst/>
          </a:prstGeom>
        </p:spPr>
      </p:pic>
      <p:pic>
        <p:nvPicPr>
          <p:cNvPr id="4" name="Image 1" descr="../charts/day6_rolling_shar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212080" cy="256946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funds dominate the highest-VaR list (~-2.3% daily downside). Rolling 90-day Sharpe swings from -6 to +3 for top funds — no fund sustains strong risk-adjusted performance consistently, cautioning against trailing-Sharpe-only selection.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Risk &amp; SIP Continuity</a:t>
            </a:r>
            <a:endParaRPr lang="en-US" sz="2800" dirty="0"/>
          </a:p>
        </p:txBody>
      </p:sp>
      <p:pic>
        <p:nvPicPr>
          <p:cNvPr id="3" name="Image 0" descr="../charts/day6_h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852160" cy="3108960"/>
          </a:xfrm>
          <a:prstGeom prst="rect">
            <a:avLst/>
          </a:prstGeom>
        </p:spPr>
      </p:pic>
      <p:pic>
        <p:nvPicPr>
          <p:cNvPr id="4" name="Image 1" descr="../charts/day6_sip_continu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34440"/>
            <a:ext cx="3108960" cy="32735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4572000"/>
            <a:ext cx="108813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Fund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the highest sector concentration (HHI ≈ 0.206) — higher single-sector exposure than its 'diversified large-cap' label suggests. Among 6+ SIP investors,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show gaps exceeding 35 days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contributions — a systemic retention signal worth investigating.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Industry &amp; Fund Performance</a:t>
            </a:r>
            <a:endParaRPr lang="en-US" sz="2600" dirty="0"/>
          </a:p>
        </p:txBody>
      </p:sp>
      <p:pic>
        <p:nvPicPr>
          <p:cNvPr id="3" name="Image 0" descr="../dashboard_pages/dash_1_indust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3172968"/>
          </a:xfrm>
          <a:prstGeom prst="rect">
            <a:avLst/>
          </a:prstGeom>
        </p:spPr>
      </p:pic>
      <p:pic>
        <p:nvPicPr>
          <p:cNvPr id="4" name="Image 1" descr="../dashboard_pages/dash_2_performan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486400" cy="3172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₹62.74 lakh Cr Total AUM  •  40 schemes  •  Sharpe/Sortino/Alpha/Beta tracked per scheme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Investor &amp; SIP Trends</a:t>
            </a:r>
            <a:endParaRPr lang="en-US" sz="2600" dirty="0"/>
          </a:p>
        </p:txBody>
      </p:sp>
      <p:pic>
        <p:nvPicPr>
          <p:cNvPr id="3" name="Image 0" descr="../dashboard_pages/dash_3_inves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3172968"/>
          </a:xfrm>
          <a:prstGeom prst="rect">
            <a:avLst/>
          </a:prstGeom>
        </p:spPr>
      </p:pic>
      <p:pic>
        <p:nvPicPr>
          <p:cNvPr id="4" name="Image 1" descr="../dashboard_pages/dash_4_si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486400" cy="3172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leads by transaction value  •  Lumpsum = 58.7% of value  •  Liquid category leads SIP inflows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vs Debt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return ~15.5% vs ~6-7% for Debt — with proportionally higher risk.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3716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08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leads AUM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tops industry AUM, followed by ICICI Prudential and HDFC.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349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718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dominates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top-5 funds by 3-yr return are Small Cap; bottom-5 are Debt/Gilt/Liquid.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971800"/>
            <a:ext cx="5349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9718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108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risk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regular SIP investors show gaps exceeding 35 days — a retention signal.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349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5720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09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Fund shows the highest sector HHI among large-cap peers.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572000"/>
            <a:ext cx="5349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5720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709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skew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age group &amp; male investors (66.5%) dominate transaction volume.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Capstone  |  Tejas Bhole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2026-08-22T16:53:33Z</dcterms:created>
  <dcterms:modified xsi:type="dcterms:W3CDTF">2026-08-22T16:53:33Z</dcterms:modified>
</cp:coreProperties>
</file>